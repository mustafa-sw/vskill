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77" r:id="rId5"/>
    <p:sldId id="275" r:id="rId6"/>
    <p:sldId id="262" r:id="rId7"/>
    <p:sldId id="276" r:id="rId8"/>
    <p:sldId id="278" r:id="rId9"/>
    <p:sldId id="279" r:id="rId10"/>
    <p:sldId id="281" r:id="rId11"/>
    <p:sldId id="280" r:id="rId12"/>
    <p:sldId id="263" r:id="rId13"/>
    <p:sldId id="265" r:id="rId14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4660"/>
  </p:normalViewPr>
  <p:slideViewPr>
    <p:cSldViewPr>
      <p:cViewPr varScale="1">
        <p:scale>
          <a:sx n="51" d="100"/>
          <a:sy n="51" d="100"/>
        </p:scale>
        <p:origin x="48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66375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EE3BD-802E-4F45-B578-FFCAB58DE0C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61075" y="1287463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30388" y="4956175"/>
            <a:ext cx="14639925" cy="4056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66375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2E80B-0938-4FFB-A8C6-58112D97B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8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140" y="1032262"/>
            <a:ext cx="9096375" cy="9255125"/>
          </a:xfrm>
          <a:custGeom>
            <a:avLst/>
            <a:gdLst/>
            <a:ahLst/>
            <a:cxnLst/>
            <a:rect l="l" t="t" r="r" b="b"/>
            <a:pathLst>
              <a:path w="9096375" h="9255125">
                <a:moveTo>
                  <a:pt x="9096373" y="0"/>
                </a:moveTo>
                <a:lnTo>
                  <a:pt x="0" y="6240659"/>
                </a:lnTo>
                <a:lnTo>
                  <a:pt x="2050865" y="9254736"/>
                </a:lnTo>
                <a:lnTo>
                  <a:pt x="9096373" y="9254736"/>
                </a:lnTo>
                <a:lnTo>
                  <a:pt x="9096373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3435" y="938664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78402" y="938664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27" y="0"/>
                </a:moveTo>
                <a:lnTo>
                  <a:pt x="0" y="0"/>
                </a:lnTo>
                <a:lnTo>
                  <a:pt x="0" y="548580"/>
                </a:lnTo>
                <a:lnTo>
                  <a:pt x="274307" y="548580"/>
                </a:lnTo>
                <a:lnTo>
                  <a:pt x="548627" y="548580"/>
                </a:lnTo>
                <a:lnTo>
                  <a:pt x="548627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83357" y="938664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87205" y="4582"/>
            <a:ext cx="9096375" cy="10282555"/>
          </a:xfrm>
          <a:custGeom>
            <a:avLst/>
            <a:gdLst/>
            <a:ahLst/>
            <a:cxnLst/>
            <a:rect l="l" t="t" r="r" b="b"/>
            <a:pathLst>
              <a:path w="9096375" h="10282555">
                <a:moveTo>
                  <a:pt x="9096373" y="0"/>
                </a:moveTo>
                <a:lnTo>
                  <a:pt x="0" y="6240655"/>
                </a:lnTo>
                <a:lnTo>
                  <a:pt x="2750123" y="10282416"/>
                </a:lnTo>
                <a:lnTo>
                  <a:pt x="9096373" y="10282416"/>
                </a:lnTo>
                <a:lnTo>
                  <a:pt x="9096373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4223" y="952449"/>
            <a:ext cx="15132253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www.github.com/Mustafa-S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350" y="2101850"/>
            <a:ext cx="7723454" cy="2152512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 marR="5080" algn="l">
              <a:lnSpc>
                <a:spcPct val="150000"/>
              </a:lnSpc>
              <a:spcBef>
                <a:spcPts val="930"/>
              </a:spcBef>
            </a:pPr>
            <a:r>
              <a:rPr lang="en-IN" sz="6000" spc="145" dirty="0"/>
              <a:t>VSkill</a:t>
            </a:r>
            <a:br>
              <a:rPr lang="en-IN" sz="4400" spc="145" dirty="0"/>
            </a:br>
            <a:r>
              <a:rPr lang="en-IN" sz="3200" b="0" i="1" spc="145" dirty="0"/>
              <a:t>Online Marketplace for skills</a:t>
            </a:r>
            <a:endParaRPr sz="3200" b="0" i="1" dirty="0"/>
          </a:p>
        </p:txBody>
      </p:sp>
      <p:sp>
        <p:nvSpPr>
          <p:cNvPr id="3" name="object 3"/>
          <p:cNvSpPr/>
          <p:nvPr/>
        </p:nvSpPr>
        <p:spPr>
          <a:xfrm>
            <a:off x="7594549" y="0"/>
            <a:ext cx="1278255" cy="758825"/>
          </a:xfrm>
          <a:custGeom>
            <a:avLst/>
            <a:gdLst/>
            <a:ahLst/>
            <a:cxnLst/>
            <a:rect l="l" t="t" r="r" b="b"/>
            <a:pathLst>
              <a:path w="1278254" h="758825">
                <a:moveTo>
                  <a:pt x="639318" y="758798"/>
                </a:moveTo>
                <a:lnTo>
                  <a:pt x="0" y="758798"/>
                </a:lnTo>
                <a:lnTo>
                  <a:pt x="0" y="0"/>
                </a:lnTo>
              </a:path>
              <a:path w="1278254" h="758825">
                <a:moveTo>
                  <a:pt x="1277912" y="0"/>
                </a:moveTo>
                <a:lnTo>
                  <a:pt x="1277912" y="758798"/>
                </a:lnTo>
                <a:lnTo>
                  <a:pt x="639318" y="758798"/>
                </a:lnTo>
              </a:path>
            </a:pathLst>
          </a:custGeom>
          <a:ln w="152628">
            <a:solidFill>
              <a:srgbClr val="DCCA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9257" y="6664921"/>
            <a:ext cx="2230120" cy="154305"/>
          </a:xfrm>
          <a:custGeom>
            <a:avLst/>
            <a:gdLst/>
            <a:ahLst/>
            <a:cxnLst/>
            <a:rect l="l" t="t" r="r" b="b"/>
            <a:pathLst>
              <a:path w="2230120" h="154304">
                <a:moveTo>
                  <a:pt x="99" y="0"/>
                </a:moveTo>
                <a:lnTo>
                  <a:pt x="0" y="152641"/>
                </a:lnTo>
                <a:lnTo>
                  <a:pt x="2229838" y="154089"/>
                </a:lnTo>
                <a:lnTo>
                  <a:pt x="2229939" y="1435"/>
                </a:lnTo>
                <a:lnTo>
                  <a:pt x="99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3230" y="913102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3728262" y="913102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23307" y="913102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27" y="0"/>
                </a:moveTo>
                <a:lnTo>
                  <a:pt x="0" y="0"/>
                </a:lnTo>
                <a:lnTo>
                  <a:pt x="0" y="548580"/>
                </a:lnTo>
                <a:lnTo>
                  <a:pt x="274307" y="548580"/>
                </a:lnTo>
                <a:lnTo>
                  <a:pt x="548627" y="548580"/>
                </a:lnTo>
                <a:lnTo>
                  <a:pt x="548627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81B6A-50E8-3B47-3BAD-6342E87D49AE}"/>
              </a:ext>
            </a:extLst>
          </p:cNvPr>
          <p:cNvSpPr txBox="1"/>
          <p:nvPr/>
        </p:nvSpPr>
        <p:spPr>
          <a:xfrm>
            <a:off x="1149350" y="7404764"/>
            <a:ext cx="601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i="1" spc="145" dirty="0">
                <a:solidFill>
                  <a:srgbClr val="191919"/>
                </a:solidFill>
                <a:latin typeface="Candara Light" panose="020E0502030303020204" pitchFamily="34" charset="0"/>
                <a:ea typeface="+mj-ea"/>
              </a:rPr>
              <a:t>Developed By</a:t>
            </a:r>
          </a:p>
          <a:p>
            <a:r>
              <a:rPr lang="en-IN" sz="3200" i="1" spc="145" dirty="0">
                <a:solidFill>
                  <a:srgbClr val="191919"/>
                </a:solidFill>
                <a:latin typeface="Trebuchet MS"/>
                <a:ea typeface="+mj-ea"/>
              </a:rPr>
              <a:t>Mustafa Supariwala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18A2D3-F446-C701-E90E-EE398D75A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755" y="1711921"/>
            <a:ext cx="6486770" cy="495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8C32B8-9B14-8854-8C88-3DF95EC81F20}"/>
              </a:ext>
            </a:extLst>
          </p:cNvPr>
          <p:cNvSpPr txBox="1"/>
          <p:nvPr/>
        </p:nvSpPr>
        <p:spPr>
          <a:xfrm>
            <a:off x="920750" y="1187450"/>
            <a:ext cx="9271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spc="145" dirty="0">
                <a:solidFill>
                  <a:srgbClr val="191919"/>
                </a:solidFill>
                <a:latin typeface="Trebuchet MS"/>
                <a:ea typeface="+mj-ea"/>
              </a:rPr>
              <a:t>Introduction To VSkill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60842-D874-EE90-0C42-EE56DD9368E1}"/>
              </a:ext>
            </a:extLst>
          </p:cNvPr>
          <p:cNvSpPr txBox="1"/>
          <p:nvPr/>
        </p:nvSpPr>
        <p:spPr>
          <a:xfrm>
            <a:off x="897873" y="2995414"/>
            <a:ext cx="7924800" cy="4801314"/>
          </a:xfrm>
          <a:custGeom>
            <a:avLst/>
            <a:gdLst>
              <a:gd name="connsiteX0" fmla="*/ 0 w 7543800"/>
              <a:gd name="connsiteY0" fmla="*/ 0 h 1846659"/>
              <a:gd name="connsiteX1" fmla="*/ 7543800 w 7543800"/>
              <a:gd name="connsiteY1" fmla="*/ 0 h 1846659"/>
              <a:gd name="connsiteX2" fmla="*/ 7543800 w 7543800"/>
              <a:gd name="connsiteY2" fmla="*/ 1846659 h 1846659"/>
              <a:gd name="connsiteX3" fmla="*/ 0 w 7543800"/>
              <a:gd name="connsiteY3" fmla="*/ 1846659 h 1846659"/>
              <a:gd name="connsiteX4" fmla="*/ 0 w 7543800"/>
              <a:gd name="connsiteY4" fmla="*/ 0 h 1846659"/>
              <a:gd name="connsiteX0" fmla="*/ 0 w 7543800"/>
              <a:gd name="connsiteY0" fmla="*/ 0 h 6451316"/>
              <a:gd name="connsiteX1" fmla="*/ 7543800 w 7543800"/>
              <a:gd name="connsiteY1" fmla="*/ 0 h 6451316"/>
              <a:gd name="connsiteX2" fmla="*/ 7543800 w 7543800"/>
              <a:gd name="connsiteY2" fmla="*/ 6451316 h 6451316"/>
              <a:gd name="connsiteX3" fmla="*/ 0 w 7543800"/>
              <a:gd name="connsiteY3" fmla="*/ 1846659 h 6451316"/>
              <a:gd name="connsiteX4" fmla="*/ 0 w 7543800"/>
              <a:gd name="connsiteY4" fmla="*/ 0 h 6451316"/>
              <a:gd name="connsiteX0" fmla="*/ 16329 w 7560129"/>
              <a:gd name="connsiteY0" fmla="*/ 0 h 6451316"/>
              <a:gd name="connsiteX1" fmla="*/ 7560129 w 7560129"/>
              <a:gd name="connsiteY1" fmla="*/ 0 h 6451316"/>
              <a:gd name="connsiteX2" fmla="*/ 7560129 w 7560129"/>
              <a:gd name="connsiteY2" fmla="*/ 6451316 h 6451316"/>
              <a:gd name="connsiteX3" fmla="*/ 0 w 7560129"/>
              <a:gd name="connsiteY3" fmla="*/ 6386001 h 6451316"/>
              <a:gd name="connsiteX4" fmla="*/ 16329 w 7560129"/>
              <a:gd name="connsiteY4" fmla="*/ 0 h 6451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0129" h="6451316">
                <a:moveTo>
                  <a:pt x="16329" y="0"/>
                </a:moveTo>
                <a:lnTo>
                  <a:pt x="7560129" y="0"/>
                </a:lnTo>
                <a:lnTo>
                  <a:pt x="7560129" y="6451316"/>
                </a:lnTo>
                <a:lnTo>
                  <a:pt x="0" y="6386001"/>
                </a:lnTo>
                <a:lnTo>
                  <a:pt x="16329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91919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The </a:t>
            </a:r>
            <a:r>
              <a:rPr lang="en-US" sz="3200" b="1" dirty="0">
                <a:solidFill>
                  <a:srgbClr val="191919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VSkill </a:t>
            </a:r>
            <a:r>
              <a:rPr lang="en-US" sz="3200" dirty="0">
                <a:solidFill>
                  <a:srgbClr val="191919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Application is a platform that provides an ecosystem for the users to teach their skills to others and earn coins that they can spend on learning other skills.</a:t>
            </a:r>
          </a:p>
          <a:p>
            <a:endParaRPr lang="en-US" sz="3200" dirty="0">
              <a:solidFill>
                <a:srgbClr val="191919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r>
              <a:rPr lang="en-US" sz="3200" dirty="0">
                <a:solidFill>
                  <a:srgbClr val="191919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It creates a community of people helping each other grow and motivates them to learn new skills.</a:t>
            </a:r>
          </a:p>
          <a:p>
            <a:endParaRPr lang="en-IN" dirty="0"/>
          </a:p>
        </p:txBody>
      </p:sp>
      <p:pic>
        <p:nvPicPr>
          <p:cNvPr id="1030" name="Picture 6" descr="Hobby Photos, Download The BEST Free ...">
            <a:extLst>
              <a:ext uri="{FF2B5EF4-FFF2-40B4-BE49-F238E27FC236}">
                <a16:creationId xmlns:a16="http://schemas.microsoft.com/office/drawing/2014/main" id="{38F32D49-A665-C0A9-FD00-196E4190C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0" y="2101850"/>
            <a:ext cx="5152869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267,306 Hobbies Stock Photos - Free ...">
            <a:extLst>
              <a:ext uri="{FF2B5EF4-FFF2-40B4-BE49-F238E27FC236}">
                <a16:creationId xmlns:a16="http://schemas.microsoft.com/office/drawing/2014/main" id="{BCFD7691-2440-4BA4-325C-379A5A9D3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7950" y="49974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6" name="Picture 12" descr="Best 500+ Photography Images [4K ...">
            <a:extLst>
              <a:ext uri="{FF2B5EF4-FFF2-40B4-BE49-F238E27FC236}">
                <a16:creationId xmlns:a16="http://schemas.microsoft.com/office/drawing/2014/main" id="{396CD1AF-AB3E-3004-B648-30EA99C59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5718" y="6369050"/>
            <a:ext cx="4109771" cy="2734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248568" y="2941408"/>
            <a:ext cx="5039995" cy="7345680"/>
          </a:xfrm>
          <a:custGeom>
            <a:avLst/>
            <a:gdLst/>
            <a:ahLst/>
            <a:cxnLst/>
            <a:rect l="l" t="t" r="r" b="b"/>
            <a:pathLst>
              <a:path w="5039994" h="7345680">
                <a:moveTo>
                  <a:pt x="5039480" y="0"/>
                </a:moveTo>
                <a:lnTo>
                  <a:pt x="0" y="7345590"/>
                </a:lnTo>
                <a:lnTo>
                  <a:pt x="5039480" y="7345590"/>
                </a:lnTo>
                <a:lnTo>
                  <a:pt x="503948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929" y="724190"/>
            <a:ext cx="4821936" cy="9936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8E3013-07B2-88BE-DF38-FE98ED0A0B3B}"/>
              </a:ext>
            </a:extLst>
          </p:cNvPr>
          <p:cNvSpPr txBox="1"/>
          <p:nvPr/>
        </p:nvSpPr>
        <p:spPr>
          <a:xfrm>
            <a:off x="752929" y="2101850"/>
            <a:ext cx="6263821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Easy Registration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# Skill Cards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Request Tracking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Certifications 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Transactions Storage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4110DB-5C28-14D1-A848-147958C0A48E}"/>
              </a:ext>
            </a:extLst>
          </p:cNvPr>
          <p:cNvSpPr txBox="1"/>
          <p:nvPr/>
        </p:nvSpPr>
        <p:spPr>
          <a:xfrm>
            <a:off x="8997950" y="2101850"/>
            <a:ext cx="7467600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Efficient Search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Coin Ecosystem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Quick Chat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Profile Dashboard</a:t>
            </a:r>
          </a:p>
          <a:p>
            <a:pPr marL="571500" indent="-571500">
              <a:lnSpc>
                <a:spcPct val="150000"/>
              </a:lnSpc>
              <a:buFont typeface="MV Boli" panose="02000500030200090000" pitchFamily="2" charset="0"/>
              <a:buChar char="#"/>
            </a:pPr>
            <a:r>
              <a:rPr lang="en-IN" sz="3600" dirty="0">
                <a:latin typeface="MV Boli" panose="02000500030200090000" pitchFamily="2" charset="0"/>
                <a:cs typeface="MV Boli" panose="02000500030200090000" pitchFamily="2" charset="0"/>
              </a:rPr>
              <a:t>Account Privacy</a:t>
            </a:r>
          </a:p>
        </p:txBody>
      </p:sp>
      <p:pic>
        <p:nvPicPr>
          <p:cNvPr id="2" name="Picture 1" descr="Soft and hard skills in scrabble letters">
            <a:extLst>
              <a:ext uri="{FF2B5EF4-FFF2-40B4-BE49-F238E27FC236}">
                <a16:creationId xmlns:a16="http://schemas.microsoft.com/office/drawing/2014/main" id="{327584F8-1D72-60D6-9A04-52B22B03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478"/>
          <a:stretch>
            <a:fillRect/>
          </a:stretch>
        </p:blipFill>
        <p:spPr>
          <a:xfrm>
            <a:off x="311150" y="6826250"/>
            <a:ext cx="13030200" cy="3153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847968" y="381754"/>
            <a:ext cx="0" cy="716777"/>
          </a:xfrm>
          <a:custGeom>
            <a:avLst/>
            <a:gdLst/>
            <a:ahLst/>
            <a:cxnLst/>
            <a:rect l="l" t="t" r="r" b="b"/>
            <a:pathLst>
              <a:path h="477520">
                <a:moveTo>
                  <a:pt x="0" y="0"/>
                </a:moveTo>
                <a:lnTo>
                  <a:pt x="0" y="477265"/>
                </a:lnTo>
              </a:path>
            </a:pathLst>
          </a:custGeom>
          <a:ln w="635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2702"/>
          </a:p>
        </p:txBody>
      </p:sp>
      <p:sp>
        <p:nvSpPr>
          <p:cNvPr id="5" name="object 5"/>
          <p:cNvSpPr txBox="1"/>
          <p:nvPr/>
        </p:nvSpPr>
        <p:spPr>
          <a:xfrm>
            <a:off x="7063091" y="2036316"/>
            <a:ext cx="2790408" cy="667553"/>
          </a:xfrm>
          <a:prstGeom prst="rect">
            <a:avLst/>
          </a:prstGeom>
        </p:spPr>
        <p:txBody>
          <a:bodyPr vert="horz" wrap="square" lIns="0" tIns="89597" rIns="0" bIns="0" rtlCol="0">
            <a:spAutoFit/>
          </a:bodyPr>
          <a:lstStyle/>
          <a:p>
            <a:pPr marL="362191" marR="7625" indent="-344082">
              <a:lnSpc>
                <a:spcPts val="4518"/>
              </a:lnSpc>
              <a:spcBef>
                <a:spcPts val="705"/>
              </a:spcBef>
              <a:buClr>
                <a:srgbClr val="006FC0"/>
              </a:buClr>
              <a:buChar char="•"/>
              <a:tabLst>
                <a:tab pos="362191" algn="l"/>
              </a:tabLst>
            </a:pPr>
            <a:r>
              <a:rPr lang="en-IN" sz="4203" b="1" dirty="0">
                <a:latin typeface="Bahnschrift" panose="020B0502040204020203" pitchFamily="34" charset="0"/>
                <a:cs typeface="Aparajita" panose="02020603050405020304" pitchFamily="18" charset="0"/>
              </a:rPr>
              <a:t>Frontend</a:t>
            </a:r>
            <a:endParaRPr sz="4203" b="1" dirty="0">
              <a:latin typeface="Bahnschrift" panose="020B0502040204020203" pitchFamily="34" charset="0"/>
              <a:cs typeface="Aparajita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A8FBCD-76A3-10E4-CA0A-D291B0D39BBF}"/>
              </a:ext>
            </a:extLst>
          </p:cNvPr>
          <p:cNvGrpSpPr/>
          <p:nvPr/>
        </p:nvGrpSpPr>
        <p:grpSpPr>
          <a:xfrm>
            <a:off x="1448788" y="5708375"/>
            <a:ext cx="3701470" cy="2046604"/>
            <a:chOff x="974842" y="3771101"/>
            <a:chExt cx="2465934" cy="1363456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20C0EC-25BF-2822-1C46-3E029A8B029B}"/>
                </a:ext>
              </a:extLst>
            </p:cNvPr>
            <p:cNvSpPr txBox="1"/>
            <p:nvPr/>
          </p:nvSpPr>
          <p:spPr>
            <a:xfrm>
              <a:off x="1810395" y="3771101"/>
              <a:ext cx="1630381" cy="444726"/>
            </a:xfrm>
            <a:prstGeom prst="rect">
              <a:avLst/>
            </a:prstGeom>
          </p:spPr>
          <p:txBody>
            <a:bodyPr vert="horz" wrap="square" lIns="0" tIns="89597" rIns="0" bIns="0" rtlCol="0">
              <a:spAutoFit/>
            </a:bodyPr>
            <a:lstStyle/>
            <a:p>
              <a:pPr marL="362191" marR="7625" indent="-344082">
                <a:lnSpc>
                  <a:spcPts val="4518"/>
                </a:lnSpc>
                <a:spcBef>
                  <a:spcPts val="705"/>
                </a:spcBef>
                <a:buClr>
                  <a:srgbClr val="006FC0"/>
                </a:buClr>
                <a:buChar char="•"/>
                <a:tabLst>
                  <a:tab pos="362191" algn="l"/>
                </a:tabLst>
              </a:pPr>
              <a:r>
                <a:rPr lang="en-IN" sz="4203" b="1" dirty="0">
                  <a:latin typeface="Bahnschrift" panose="020B0502040204020203" pitchFamily="34" charset="0"/>
                  <a:cs typeface="Aparajita" panose="02020603050405020304" pitchFamily="18" charset="0"/>
                </a:rPr>
                <a:t>Backend</a:t>
              </a:r>
              <a:endParaRPr sz="4203" b="1" dirty="0">
                <a:latin typeface="Bahnschrift" panose="020B0502040204020203" pitchFamily="34" charset="0"/>
                <a:cs typeface="Aparajita" panose="02020603050405020304" pitchFamily="18" charset="0"/>
              </a:endParaRPr>
            </a:p>
          </p:txBody>
        </p:sp>
        <p:pic>
          <p:nvPicPr>
            <p:cNvPr id="1040" name="Picture 16" descr="Java Logo, symbol, meaning, history, PNG, brand">
              <a:extLst>
                <a:ext uri="{FF2B5EF4-FFF2-40B4-BE49-F238E27FC236}">
                  <a16:creationId xmlns:a16="http://schemas.microsoft.com/office/drawing/2014/main" id="{DEEE562E-F4F7-AF3F-D9B9-C09889ACD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842" y="4277013"/>
              <a:ext cx="1524522" cy="85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object 5">
            <a:extLst>
              <a:ext uri="{FF2B5EF4-FFF2-40B4-BE49-F238E27FC236}">
                <a16:creationId xmlns:a16="http://schemas.microsoft.com/office/drawing/2014/main" id="{934DED92-C98C-67B7-E1C6-0B6E4F8D19E3}"/>
              </a:ext>
            </a:extLst>
          </p:cNvPr>
          <p:cNvSpPr txBox="1"/>
          <p:nvPr/>
        </p:nvSpPr>
        <p:spPr>
          <a:xfrm>
            <a:off x="12506870" y="5565757"/>
            <a:ext cx="2074881" cy="667554"/>
          </a:xfrm>
          <a:prstGeom prst="rect">
            <a:avLst/>
          </a:prstGeom>
        </p:spPr>
        <p:txBody>
          <a:bodyPr vert="horz" wrap="square" lIns="0" tIns="89597" rIns="0" bIns="0" rtlCol="0">
            <a:spAutoFit/>
          </a:bodyPr>
          <a:lstStyle/>
          <a:p>
            <a:pPr marL="362191" marR="7625" indent="-344082">
              <a:lnSpc>
                <a:spcPts val="4518"/>
              </a:lnSpc>
              <a:spcBef>
                <a:spcPts val="705"/>
              </a:spcBef>
              <a:buClr>
                <a:srgbClr val="006FC0"/>
              </a:buClr>
              <a:buChar char="•"/>
              <a:tabLst>
                <a:tab pos="362191" algn="l"/>
              </a:tabLst>
            </a:pPr>
            <a:r>
              <a:rPr lang="en-IN" sz="4053" b="1" dirty="0">
                <a:latin typeface="Bahnschrift" panose="020B0502040204020203" pitchFamily="34" charset="0"/>
                <a:cs typeface="Aparajita" panose="02020603050405020304" pitchFamily="18" charset="0"/>
              </a:rPr>
              <a:t>Tools </a:t>
            </a:r>
            <a:endParaRPr sz="4053" b="1" dirty="0">
              <a:latin typeface="Bahnschrift" panose="020B0502040204020203" pitchFamily="34" charset="0"/>
              <a:cs typeface="Aparajita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66AF9D-644B-CD24-EF17-C6F23FD810C0}"/>
              </a:ext>
            </a:extLst>
          </p:cNvPr>
          <p:cNvCxnSpPr/>
          <p:nvPr/>
        </p:nvCxnSpPr>
        <p:spPr>
          <a:xfrm flipV="1">
            <a:off x="0" y="5193257"/>
            <a:ext cx="18300700" cy="6500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EDB32C-712C-4F27-3912-4FFD230AD907}"/>
              </a:ext>
            </a:extLst>
          </p:cNvPr>
          <p:cNvCxnSpPr>
            <a:cxnSpLocks/>
          </p:cNvCxnSpPr>
          <p:nvPr/>
        </p:nvCxnSpPr>
        <p:spPr>
          <a:xfrm>
            <a:off x="8807212" y="5225760"/>
            <a:ext cx="26463" cy="48424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177904-9100-26E8-E8E3-AFE839C80ECF}"/>
              </a:ext>
            </a:extLst>
          </p:cNvPr>
          <p:cNvCxnSpPr/>
          <p:nvPr/>
        </p:nvCxnSpPr>
        <p:spPr>
          <a:xfrm flipV="1">
            <a:off x="0" y="1635181"/>
            <a:ext cx="18300700" cy="6500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999254-F7D3-F8D8-3914-6BD1DBF39FF7}"/>
              </a:ext>
            </a:extLst>
          </p:cNvPr>
          <p:cNvSpPr txBox="1"/>
          <p:nvPr/>
        </p:nvSpPr>
        <p:spPr>
          <a:xfrm>
            <a:off x="580137" y="478344"/>
            <a:ext cx="5028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spc="145" dirty="0">
                <a:solidFill>
                  <a:srgbClr val="191919"/>
                </a:solidFill>
                <a:latin typeface="Trebuchet MS"/>
                <a:ea typeface="+mj-ea"/>
              </a:rPr>
              <a:t>Technology Used</a:t>
            </a:r>
            <a:endParaRPr lang="en-IN" sz="4400" dirty="0"/>
          </a:p>
        </p:txBody>
      </p:sp>
      <p:pic>
        <p:nvPicPr>
          <p:cNvPr id="14" name="Picture 13" descr="Maven Logo Design ✨ Hi guys :) Check out this amazing concept and let me  know if you guys liked it in the comments. By : @zaytage Follow  @logoemotion for more !! . #">
            <a:extLst>
              <a:ext uri="{FF2B5EF4-FFF2-40B4-BE49-F238E27FC236}">
                <a16:creationId xmlns:a16="http://schemas.microsoft.com/office/drawing/2014/main" id="{3ED8333E-5ACD-224B-BE47-48550A328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103" y="6711140"/>
            <a:ext cx="1588046" cy="1588046"/>
          </a:xfrm>
          <a:prstGeom prst="rect">
            <a:avLst/>
          </a:prstGeom>
        </p:spPr>
      </p:pic>
      <p:pic>
        <p:nvPicPr>
          <p:cNvPr id="7" name="Picture 6" descr="MySQL Workbench Computer Icons Logo ...">
            <a:extLst>
              <a:ext uri="{FF2B5EF4-FFF2-40B4-BE49-F238E27FC236}">
                <a16:creationId xmlns:a16="http://schemas.microsoft.com/office/drawing/2014/main" id="{8192E56C-F21F-CA25-2E2C-F6E4EFECF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738" y="8330154"/>
            <a:ext cx="2881832" cy="1515286"/>
          </a:xfrm>
          <a:prstGeom prst="rect">
            <a:avLst/>
          </a:prstGeom>
        </p:spPr>
      </p:pic>
      <p:pic>
        <p:nvPicPr>
          <p:cNvPr id="9" name="Picture 8" descr="Postman logo transparent PNG - StickPNG">
            <a:extLst>
              <a:ext uri="{FF2B5EF4-FFF2-40B4-BE49-F238E27FC236}">
                <a16:creationId xmlns:a16="http://schemas.microsoft.com/office/drawing/2014/main" id="{9C248102-7E28-972C-BBF3-2EDD99263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9041" y="7284773"/>
            <a:ext cx="2045847" cy="1838673"/>
          </a:xfrm>
          <a:prstGeom prst="rect">
            <a:avLst/>
          </a:prstGeom>
        </p:spPr>
      </p:pic>
      <p:pic>
        <p:nvPicPr>
          <p:cNvPr id="10" name="Picture 9" descr="My Journey with Spring Boot: From Tutorial to Code Implementation | by  Habibur Rahaman Fahim | Medium">
            <a:extLst>
              <a:ext uri="{FF2B5EF4-FFF2-40B4-BE49-F238E27FC236}">
                <a16:creationId xmlns:a16="http://schemas.microsoft.com/office/drawing/2014/main" id="{B03CC24F-658A-F6E2-0AAE-79CAB07A1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26" y="8299186"/>
            <a:ext cx="2712421" cy="1506901"/>
          </a:xfrm>
          <a:prstGeom prst="rect">
            <a:avLst/>
          </a:prstGeom>
        </p:spPr>
      </p:pic>
      <p:pic>
        <p:nvPicPr>
          <p:cNvPr id="13" name="Picture 12" descr="Axios Logo and symbol, meaning, history, PNG, brand">
            <a:extLst>
              <a:ext uri="{FF2B5EF4-FFF2-40B4-BE49-F238E27FC236}">
                <a16:creationId xmlns:a16="http://schemas.microsoft.com/office/drawing/2014/main" id="{D110D9A2-B266-F2C3-82EC-E0D5B540F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164" y="3191885"/>
            <a:ext cx="2403571" cy="1352009"/>
          </a:xfrm>
          <a:prstGeom prst="rect">
            <a:avLst/>
          </a:prstGeom>
        </p:spPr>
      </p:pic>
      <p:pic>
        <p:nvPicPr>
          <p:cNvPr id="17" name="Picture 16" descr="React js - overview">
            <a:extLst>
              <a:ext uri="{FF2B5EF4-FFF2-40B4-BE49-F238E27FC236}">
                <a16:creationId xmlns:a16="http://schemas.microsoft.com/office/drawing/2014/main" id="{A1373DB4-5CC3-9BD4-9E20-A972C17E85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98550" y="2903713"/>
            <a:ext cx="3057525" cy="1645968"/>
          </a:xfrm>
          <a:prstGeom prst="rect">
            <a:avLst/>
          </a:prstGeom>
        </p:spPr>
      </p:pic>
      <p:pic>
        <p:nvPicPr>
          <p:cNvPr id="18" name="Picture 17" descr="File:Javascript badge.svg - Wikimedia Commons">
            <a:extLst>
              <a:ext uri="{FF2B5EF4-FFF2-40B4-BE49-F238E27FC236}">
                <a16:creationId xmlns:a16="http://schemas.microsoft.com/office/drawing/2014/main" id="{9024CFA7-57CF-D40C-27EE-E2CA3454B3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9202" y="2777096"/>
            <a:ext cx="1839667" cy="1993451"/>
          </a:xfrm>
          <a:prstGeom prst="rect">
            <a:avLst/>
          </a:prstGeom>
        </p:spPr>
      </p:pic>
      <p:pic>
        <p:nvPicPr>
          <p:cNvPr id="19" name="Picture 18" descr="How Apache Tomcat Works. Apache Tomcat ...">
            <a:extLst>
              <a:ext uri="{FF2B5EF4-FFF2-40B4-BE49-F238E27FC236}">
                <a16:creationId xmlns:a16="http://schemas.microsoft.com/office/drawing/2014/main" id="{5CAD6388-C5D0-8284-0866-3A8B200DDD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5335" y="6233311"/>
            <a:ext cx="3914657" cy="2431208"/>
          </a:xfrm>
          <a:prstGeom prst="rect">
            <a:avLst/>
          </a:prstGeom>
        </p:spPr>
      </p:pic>
      <p:pic>
        <p:nvPicPr>
          <p:cNvPr id="22" name="Picture 21" descr="✨ New logo ✨ Thanks @marcisbee for the ...">
            <a:extLst>
              <a:ext uri="{FF2B5EF4-FFF2-40B4-BE49-F238E27FC236}">
                <a16:creationId xmlns:a16="http://schemas.microsoft.com/office/drawing/2014/main" id="{2967087E-F4A6-7E51-E38E-FAB8835133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702" y="3221282"/>
            <a:ext cx="2704193" cy="132261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85964AB-3C3E-77F6-F751-A1D44382E93C}"/>
              </a:ext>
            </a:extLst>
          </p:cNvPr>
          <p:cNvSpPr txBox="1"/>
          <p:nvPr/>
        </p:nvSpPr>
        <p:spPr>
          <a:xfrm>
            <a:off x="4553211" y="4963531"/>
            <a:ext cx="9206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1" name="Picture 40" descr="The Complete Guide to JSON Web Tokens (JWT)">
            <a:extLst>
              <a:ext uri="{FF2B5EF4-FFF2-40B4-BE49-F238E27FC236}">
                <a16:creationId xmlns:a16="http://schemas.microsoft.com/office/drawing/2014/main" id="{0951C556-5375-77F7-6B01-25523C9A6B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362" y="6196941"/>
            <a:ext cx="1683153" cy="16831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A0D0-35B3-1C61-370F-DB414DAA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54478D-F184-6E51-1FA4-8DECB1CFA40C}"/>
              </a:ext>
            </a:extLst>
          </p:cNvPr>
          <p:cNvSpPr txBox="1"/>
          <p:nvPr/>
        </p:nvSpPr>
        <p:spPr>
          <a:xfrm>
            <a:off x="5645150" y="501650"/>
            <a:ext cx="754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    L</a:t>
            </a:r>
            <a:r>
              <a:rPr lang="en-IN" sz="5000" b="1" spc="145" dirty="0">
                <a:solidFill>
                  <a:srgbClr val="191919"/>
                </a:solidFill>
                <a:latin typeface="Trebuchet MS"/>
                <a:ea typeface="+mj-ea"/>
              </a:rPr>
              <a:t>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63A2A-F015-39EA-CC6A-09E8D6D0D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9" r="9219" b="15738"/>
          <a:stretch>
            <a:fillRect/>
          </a:stretch>
        </p:blipFill>
        <p:spPr>
          <a:xfrm>
            <a:off x="1454150" y="1568450"/>
            <a:ext cx="14554200" cy="83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7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99CFCE-6975-2137-6775-9595C25C1BE9}"/>
              </a:ext>
            </a:extLst>
          </p:cNvPr>
          <p:cNvSpPr txBox="1"/>
          <p:nvPr/>
        </p:nvSpPr>
        <p:spPr>
          <a:xfrm>
            <a:off x="5645150" y="501650"/>
            <a:ext cx="754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 spc="145" dirty="0">
                <a:solidFill>
                  <a:srgbClr val="191919"/>
                </a:solidFill>
                <a:latin typeface="Trebuchet MS"/>
                <a:ea typeface="+mj-ea"/>
              </a:rPr>
              <a:t>Homepage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2A111-8201-F167-C28D-C0068236B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" b="10000"/>
          <a:stretch>
            <a:fillRect/>
          </a:stretch>
        </p:blipFill>
        <p:spPr>
          <a:xfrm>
            <a:off x="0" y="1263650"/>
            <a:ext cx="17983200" cy="925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A590E9-FAFF-05C8-CEA0-49C613A1A9F5}"/>
              </a:ext>
            </a:extLst>
          </p:cNvPr>
          <p:cNvSpPr txBox="1"/>
          <p:nvPr/>
        </p:nvSpPr>
        <p:spPr>
          <a:xfrm>
            <a:off x="5264150" y="425450"/>
            <a:ext cx="754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      About Section</a:t>
            </a:r>
            <a:endParaRPr lang="en-IN" sz="5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C2B73B-7029-E790-7546-26D9C106F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22592" r="1250" b="1852"/>
          <a:stretch>
            <a:fillRect/>
          </a:stretch>
        </p:blipFill>
        <p:spPr>
          <a:xfrm>
            <a:off x="234950" y="1644650"/>
            <a:ext cx="178308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2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6DB332-FCEF-CE9B-0B80-7F81D14907DD}"/>
              </a:ext>
            </a:extLst>
          </p:cNvPr>
          <p:cNvSpPr txBox="1"/>
          <p:nvPr/>
        </p:nvSpPr>
        <p:spPr>
          <a:xfrm>
            <a:off x="-908050" y="654050"/>
            <a:ext cx="563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     Skill Posting</a:t>
            </a:r>
            <a:endParaRPr lang="en-IN" sz="5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55B30-527B-7FB6-E424-0DAC7B79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7" t="16611" r="26927" b="15570"/>
          <a:stretch>
            <a:fillRect/>
          </a:stretch>
        </p:blipFill>
        <p:spPr>
          <a:xfrm>
            <a:off x="387350" y="2370107"/>
            <a:ext cx="9372600" cy="7543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6C959C-44D8-B4BE-91B9-9376307BC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3" t="2593" r="30000" b="4279"/>
          <a:stretch>
            <a:fillRect/>
          </a:stretch>
        </p:blipFill>
        <p:spPr>
          <a:xfrm>
            <a:off x="10293350" y="359781"/>
            <a:ext cx="7620000" cy="958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DB1E0-B5B4-358D-4295-59D18C4A0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" r="1666" b="1852"/>
          <a:stretch>
            <a:fillRect/>
          </a:stretch>
        </p:blipFill>
        <p:spPr>
          <a:xfrm>
            <a:off x="82550" y="5828"/>
            <a:ext cx="17830800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9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B0F12A-94E1-1DFC-B323-D5140F6A0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41" r="1330" b="39103"/>
          <a:stretch>
            <a:fillRect/>
          </a:stretch>
        </p:blipFill>
        <p:spPr>
          <a:xfrm>
            <a:off x="5911850" y="1946400"/>
            <a:ext cx="5410200" cy="7335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A74596-B3D4-EEDF-969C-B668C8F98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3" r="1475" b="34923"/>
          <a:stretch>
            <a:fillRect/>
          </a:stretch>
        </p:blipFill>
        <p:spPr>
          <a:xfrm>
            <a:off x="11969750" y="2032125"/>
            <a:ext cx="5410200" cy="71644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909E5C-BFE4-78CF-4B3D-0268DAEF9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t="4058" r="68750" b="26296"/>
          <a:stretch>
            <a:fillRect/>
          </a:stretch>
        </p:blipFill>
        <p:spPr>
          <a:xfrm>
            <a:off x="31750" y="1946400"/>
            <a:ext cx="5410200" cy="71644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04830D-237A-FE34-4A4D-A5E1B354A27A}"/>
              </a:ext>
            </a:extLst>
          </p:cNvPr>
          <p:cNvSpPr txBox="1"/>
          <p:nvPr/>
        </p:nvSpPr>
        <p:spPr>
          <a:xfrm>
            <a:off x="1149350" y="594554"/>
            <a:ext cx="3429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</a:t>
            </a:r>
            <a:r>
              <a:rPr lang="en-US" sz="4000" b="1" spc="145" dirty="0">
                <a:solidFill>
                  <a:srgbClr val="191919"/>
                </a:solidFill>
                <a:latin typeface="Trebuchet MS"/>
                <a:ea typeface="+mj-ea"/>
              </a:rPr>
              <a:t>User Menu</a:t>
            </a:r>
            <a:endParaRPr lang="en-IN" sz="4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D1FE88-00B2-D41B-BA02-72971AE1A60D}"/>
              </a:ext>
            </a:extLst>
          </p:cNvPr>
          <p:cNvSpPr txBox="1"/>
          <p:nvPr/>
        </p:nvSpPr>
        <p:spPr>
          <a:xfrm>
            <a:off x="6864350" y="748442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145" dirty="0">
                <a:solidFill>
                  <a:srgbClr val="191919"/>
                </a:solidFill>
                <a:latin typeface="Trebuchet MS"/>
                <a:ea typeface="+mj-ea"/>
              </a:rPr>
              <a:t>Chat Section</a:t>
            </a:r>
            <a:endParaRPr lang="en-IN" sz="4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BD238-E044-77CB-FD64-2283DE9BEF88}"/>
              </a:ext>
            </a:extLst>
          </p:cNvPr>
          <p:cNvSpPr txBox="1"/>
          <p:nvPr/>
        </p:nvSpPr>
        <p:spPr>
          <a:xfrm>
            <a:off x="12122150" y="671498"/>
            <a:ext cx="5257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</a:t>
            </a:r>
            <a:r>
              <a:rPr lang="en-US" sz="4000" b="1" spc="145" dirty="0">
                <a:solidFill>
                  <a:srgbClr val="191919"/>
                </a:solidFill>
                <a:latin typeface="Trebuchet MS"/>
                <a:ea typeface="+mj-ea"/>
              </a:rPr>
              <a:t>Request Section</a:t>
            </a:r>
            <a:endParaRPr lang="en-IN" sz="4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233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17B0C5-4882-7B6D-D4BB-AA5CE1F63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-2592" r="1250" b="14445"/>
          <a:stretch>
            <a:fillRect/>
          </a:stretch>
        </p:blipFill>
        <p:spPr>
          <a:xfrm>
            <a:off x="234950" y="882650"/>
            <a:ext cx="178308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2B1100-1E94-0F09-A8BF-7F431119A1FB}"/>
              </a:ext>
            </a:extLst>
          </p:cNvPr>
          <p:cNvSpPr txBox="1"/>
          <p:nvPr/>
        </p:nvSpPr>
        <p:spPr>
          <a:xfrm>
            <a:off x="-298450" y="349250"/>
            <a:ext cx="8153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spc="145" dirty="0">
                <a:solidFill>
                  <a:srgbClr val="191919"/>
                </a:solidFill>
                <a:latin typeface="Trebuchet MS"/>
                <a:ea typeface="+mj-ea"/>
              </a:rPr>
              <a:t>    Account Details</a:t>
            </a:r>
            <a:endParaRPr lang="en-IN" sz="5000" b="1" spc="145" dirty="0">
              <a:solidFill>
                <a:srgbClr val="191919"/>
              </a:solidFill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113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5013" y="169811"/>
            <a:ext cx="6515100" cy="9219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6F4A2-B0B4-8FA2-EEED-C607C6E9A4CA}"/>
              </a:ext>
            </a:extLst>
          </p:cNvPr>
          <p:cNvSpPr txBox="1"/>
          <p:nvPr/>
        </p:nvSpPr>
        <p:spPr>
          <a:xfrm>
            <a:off x="1682750" y="1797050"/>
            <a:ext cx="7318248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Data Analytics &amp; Insights</a:t>
            </a:r>
          </a:p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Feedback &amp; Rating System</a:t>
            </a:r>
          </a:p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Cloud Integration</a:t>
            </a:r>
          </a:p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Notifications &amp; Alerts</a:t>
            </a:r>
          </a:p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Gamification &amp; Rewards</a:t>
            </a:r>
          </a:p>
          <a:p>
            <a:pPr marL="457200" indent="-457200">
              <a:lnSpc>
                <a:spcPct val="200000"/>
              </a:lnSpc>
              <a:buFont typeface="MV Boli" panose="02000500030200090000" pitchFamily="2" charset="0"/>
              <a:buChar char="#"/>
            </a:pPr>
            <a:r>
              <a:rPr lang="en-US" sz="3600" dirty="0">
                <a:latin typeface="MV Boli" panose="02000500030200090000" pitchFamily="2" charset="0"/>
                <a:cs typeface="MV Boli" panose="02000500030200090000" pitchFamily="2" charset="0"/>
              </a:rPr>
              <a:t>Security Enhancements</a:t>
            </a:r>
          </a:p>
          <a:p>
            <a:pPr marL="457200" indent="-457200">
              <a:buFont typeface="MV Boli" panose="02000500030200090000" pitchFamily="2" charset="0"/>
              <a:buChar char="#"/>
            </a:pPr>
            <a:endParaRPr lang="en-IN" sz="3200" dirty="0">
              <a:latin typeface="MV Boli" panose="02000500030200090000" pitchFamily="2" charset="0"/>
              <a:cs typeface="MV Boli" panose="02000500030200090000" pitchFamily="2" charset="0"/>
            </a:endParaRPr>
          </a:p>
          <a:p>
            <a:endParaRPr lang="en-IN" sz="32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A1787-25EB-5659-B672-7D479981FFA3}"/>
              </a:ext>
            </a:extLst>
          </p:cNvPr>
          <p:cNvSpPr txBox="1"/>
          <p:nvPr/>
        </p:nvSpPr>
        <p:spPr>
          <a:xfrm>
            <a:off x="1559444" y="577850"/>
            <a:ext cx="75648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Future Enhancements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4223" y="952449"/>
            <a:ext cx="680402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70" dirty="0"/>
              <a:t>Thanks!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4222" y="5462219"/>
            <a:ext cx="7947127" cy="3562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b="1" spc="305" dirty="0">
                <a:solidFill>
                  <a:srgbClr val="191919"/>
                </a:solidFill>
                <a:latin typeface="Trebuchet MS"/>
                <a:cs typeface="Trebuchet MS"/>
              </a:rPr>
              <a:t>DO</a:t>
            </a:r>
            <a:r>
              <a:rPr sz="3950" b="1" spc="-280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3950" b="1" spc="100" dirty="0">
                <a:solidFill>
                  <a:srgbClr val="191919"/>
                </a:solidFill>
                <a:latin typeface="Trebuchet MS"/>
                <a:cs typeface="Trebuchet MS"/>
              </a:rPr>
              <a:t>YOU</a:t>
            </a:r>
            <a:r>
              <a:rPr sz="3950" b="1" spc="-2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3950" b="1" spc="130" dirty="0">
                <a:solidFill>
                  <a:srgbClr val="191919"/>
                </a:solidFill>
                <a:latin typeface="Trebuchet MS"/>
                <a:cs typeface="Trebuchet MS"/>
              </a:rPr>
              <a:t>HAVE</a:t>
            </a:r>
            <a:r>
              <a:rPr lang="en-IN" sz="3950" b="1" spc="-280" dirty="0">
                <a:solidFill>
                  <a:srgbClr val="191919"/>
                </a:solidFill>
                <a:latin typeface="Trebuchet MS"/>
                <a:cs typeface="Trebuchet MS"/>
              </a:rPr>
              <a:t>  </a:t>
            </a:r>
            <a:r>
              <a:rPr sz="3950" b="1" spc="225" dirty="0">
                <a:solidFill>
                  <a:srgbClr val="191919"/>
                </a:solidFill>
                <a:latin typeface="Trebuchet MS"/>
                <a:cs typeface="Trebuchet MS"/>
              </a:rPr>
              <a:t>ANY</a:t>
            </a:r>
            <a:r>
              <a:rPr sz="3950" b="1" spc="-275" dirty="0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sz="3950" b="1" spc="210" dirty="0">
                <a:solidFill>
                  <a:srgbClr val="191919"/>
                </a:solidFill>
                <a:latin typeface="Trebuchet MS"/>
                <a:cs typeface="Trebuchet MS"/>
              </a:rPr>
              <a:t>QUESTIONS?</a:t>
            </a:r>
            <a:endParaRPr lang="en-IN" sz="3950" b="1" spc="210" dirty="0">
              <a:solidFill>
                <a:srgbClr val="191919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3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3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3950" dirty="0">
              <a:latin typeface="Segoe UI Black" panose="020B0A02040204020203" pitchFamily="34" charset="0"/>
              <a:ea typeface="Segoe UI Black" panose="020B0A02040204020203" pitchFamily="34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3950" dirty="0">
                <a:latin typeface="Segoe UI Black" panose="020B0A02040204020203" pitchFamily="34" charset="0"/>
                <a:ea typeface="Segoe UI Black" panose="020B0A02040204020203" pitchFamily="34" charset="0"/>
                <a:cs typeface="Trebuchet MS"/>
              </a:rPr>
              <a:t>You can view the project on : </a:t>
            </a:r>
            <a:endParaRPr sz="3950" dirty="0">
              <a:latin typeface="Segoe UI Black" panose="020B0A02040204020203" pitchFamily="34" charset="0"/>
              <a:ea typeface="Segoe UI Black" panose="020B0A02040204020203" pitchFamily="34" charset="0"/>
              <a:cs typeface="Trebuchet MS"/>
            </a:endParaRPr>
          </a:p>
          <a:p>
            <a:pPr marL="12700">
              <a:lnSpc>
                <a:spcPts val="3765"/>
              </a:lnSpc>
              <a:spcBef>
                <a:spcPts val="35"/>
              </a:spcBef>
            </a:pPr>
            <a:r>
              <a:rPr lang="en-IN" sz="3150" dirty="0">
                <a:latin typeface="Microsoft Sans Serif"/>
                <a:cs typeface="Microsoft Sans Serif"/>
                <a:hlinkClick r:id="rId2"/>
              </a:rPr>
              <a:t>www.github.com/Mustafa-SW</a:t>
            </a:r>
            <a:endParaRPr lang="en-IN" sz="315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40717" y="3547593"/>
            <a:ext cx="1257300" cy="1257300"/>
            <a:chOff x="5940717" y="3547593"/>
            <a:chExt cx="1257300" cy="1257300"/>
          </a:xfrm>
        </p:grpSpPr>
        <p:sp>
          <p:nvSpPr>
            <p:cNvPr id="16" name="object 16"/>
            <p:cNvSpPr/>
            <p:nvPr/>
          </p:nvSpPr>
          <p:spPr>
            <a:xfrm>
              <a:off x="5940717" y="3547593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299" y="0"/>
                  </a:moveTo>
                  <a:lnTo>
                    <a:pt x="0" y="0"/>
                  </a:lnTo>
                  <a:lnTo>
                    <a:pt x="0" y="1257299"/>
                  </a:lnTo>
                  <a:lnTo>
                    <a:pt x="1257299" y="1257299"/>
                  </a:lnTo>
                  <a:lnTo>
                    <a:pt x="1257299" y="0"/>
                  </a:lnTo>
                  <a:close/>
                </a:path>
              </a:pathLst>
            </a:custGeom>
            <a:solidFill>
              <a:srgbClr val="DCC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26556" y="3831996"/>
              <a:ext cx="691515" cy="690880"/>
            </a:xfrm>
            <a:custGeom>
              <a:avLst/>
              <a:gdLst/>
              <a:ahLst/>
              <a:cxnLst/>
              <a:rect l="l" t="t" r="r" b="b"/>
              <a:pathLst>
                <a:path w="691515" h="690879">
                  <a:moveTo>
                    <a:pt x="344881" y="0"/>
                  </a:moveTo>
                  <a:lnTo>
                    <a:pt x="290679" y="4193"/>
                  </a:lnTo>
                  <a:lnTo>
                    <a:pt x="238377" y="16612"/>
                  </a:lnTo>
                  <a:lnTo>
                    <a:pt x="188839" y="37013"/>
                  </a:lnTo>
                  <a:lnTo>
                    <a:pt x="142929" y="65157"/>
                  </a:lnTo>
                  <a:lnTo>
                    <a:pt x="101511" y="100799"/>
                  </a:lnTo>
                  <a:lnTo>
                    <a:pt x="65794" y="142565"/>
                  </a:lnTo>
                  <a:lnTo>
                    <a:pt x="37474" y="188721"/>
                  </a:lnTo>
                  <a:lnTo>
                    <a:pt x="16862" y="238473"/>
                  </a:lnTo>
                  <a:lnTo>
                    <a:pt x="4267" y="291025"/>
                  </a:lnTo>
                  <a:lnTo>
                    <a:pt x="0" y="345579"/>
                  </a:lnTo>
                  <a:lnTo>
                    <a:pt x="4267" y="399780"/>
                  </a:lnTo>
                  <a:lnTo>
                    <a:pt x="16862" y="452078"/>
                  </a:lnTo>
                  <a:lnTo>
                    <a:pt x="37474" y="501612"/>
                  </a:lnTo>
                  <a:lnTo>
                    <a:pt x="65794" y="547519"/>
                  </a:lnTo>
                  <a:lnTo>
                    <a:pt x="101511" y="588937"/>
                  </a:lnTo>
                  <a:lnTo>
                    <a:pt x="142929" y="624926"/>
                  </a:lnTo>
                  <a:lnTo>
                    <a:pt x="188839" y="653280"/>
                  </a:lnTo>
                  <a:lnTo>
                    <a:pt x="238377" y="673790"/>
                  </a:lnTo>
                  <a:lnTo>
                    <a:pt x="290679" y="686249"/>
                  </a:lnTo>
                  <a:lnTo>
                    <a:pt x="344881" y="690448"/>
                  </a:lnTo>
                  <a:lnTo>
                    <a:pt x="390762" y="687528"/>
                  </a:lnTo>
                  <a:lnTo>
                    <a:pt x="435224" y="678848"/>
                  </a:lnTo>
                  <a:lnTo>
                    <a:pt x="464971" y="668845"/>
                  </a:lnTo>
                  <a:lnTo>
                    <a:pt x="344881" y="668845"/>
                  </a:lnTo>
                  <a:lnTo>
                    <a:pt x="297104" y="665340"/>
                  </a:lnTo>
                  <a:lnTo>
                    <a:pt x="251506" y="655159"/>
                  </a:lnTo>
                  <a:lnTo>
                    <a:pt x="208586" y="638802"/>
                  </a:lnTo>
                  <a:lnTo>
                    <a:pt x="168843" y="616769"/>
                  </a:lnTo>
                  <a:lnTo>
                    <a:pt x="132778" y="589558"/>
                  </a:lnTo>
                  <a:lnTo>
                    <a:pt x="100890" y="557671"/>
                  </a:lnTo>
                  <a:lnTo>
                    <a:pt x="73679" y="521607"/>
                  </a:lnTo>
                  <a:lnTo>
                    <a:pt x="51645" y="481866"/>
                  </a:lnTo>
                  <a:lnTo>
                    <a:pt x="35288" y="438948"/>
                  </a:lnTo>
                  <a:lnTo>
                    <a:pt x="25107" y="393352"/>
                  </a:lnTo>
                  <a:lnTo>
                    <a:pt x="21602" y="345579"/>
                  </a:lnTo>
                  <a:lnTo>
                    <a:pt x="25107" y="297449"/>
                  </a:lnTo>
                  <a:lnTo>
                    <a:pt x="35288" y="251561"/>
                  </a:lnTo>
                  <a:lnTo>
                    <a:pt x="51645" y="208409"/>
                  </a:lnTo>
                  <a:lnTo>
                    <a:pt x="73679" y="168486"/>
                  </a:lnTo>
                  <a:lnTo>
                    <a:pt x="100890" y="132285"/>
                  </a:lnTo>
                  <a:lnTo>
                    <a:pt x="132778" y="100300"/>
                  </a:lnTo>
                  <a:lnTo>
                    <a:pt x="168843" y="73024"/>
                  </a:lnTo>
                  <a:lnTo>
                    <a:pt x="208586" y="50950"/>
                  </a:lnTo>
                  <a:lnTo>
                    <a:pt x="251506" y="34573"/>
                  </a:lnTo>
                  <a:lnTo>
                    <a:pt x="297104" y="24384"/>
                  </a:lnTo>
                  <a:lnTo>
                    <a:pt x="344881" y="20878"/>
                  </a:lnTo>
                  <a:lnTo>
                    <a:pt x="462914" y="20878"/>
                  </a:lnTo>
                  <a:lnTo>
                    <a:pt x="452509" y="16612"/>
                  </a:lnTo>
                  <a:lnTo>
                    <a:pt x="399783" y="4193"/>
                  </a:lnTo>
                  <a:lnTo>
                    <a:pt x="344881" y="0"/>
                  </a:lnTo>
                  <a:close/>
                </a:path>
                <a:path w="691515" h="690879">
                  <a:moveTo>
                    <a:pt x="462914" y="20878"/>
                  </a:moveTo>
                  <a:lnTo>
                    <a:pt x="344881" y="20878"/>
                  </a:lnTo>
                  <a:lnTo>
                    <a:pt x="393014" y="24384"/>
                  </a:lnTo>
                  <a:lnTo>
                    <a:pt x="438904" y="34573"/>
                  </a:lnTo>
                  <a:lnTo>
                    <a:pt x="482059" y="50950"/>
                  </a:lnTo>
                  <a:lnTo>
                    <a:pt x="521983" y="73024"/>
                  </a:lnTo>
                  <a:lnTo>
                    <a:pt x="558186" y="100300"/>
                  </a:lnTo>
                  <a:lnTo>
                    <a:pt x="590172" y="132285"/>
                  </a:lnTo>
                  <a:lnTo>
                    <a:pt x="617448" y="168486"/>
                  </a:lnTo>
                  <a:lnTo>
                    <a:pt x="639522" y="208409"/>
                  </a:lnTo>
                  <a:lnTo>
                    <a:pt x="655900" y="251561"/>
                  </a:lnTo>
                  <a:lnTo>
                    <a:pt x="666089" y="297449"/>
                  </a:lnTo>
                  <a:lnTo>
                    <a:pt x="669594" y="345579"/>
                  </a:lnTo>
                  <a:lnTo>
                    <a:pt x="666056" y="393352"/>
                  </a:lnTo>
                  <a:lnTo>
                    <a:pt x="655783" y="438948"/>
                  </a:lnTo>
                  <a:lnTo>
                    <a:pt x="639287" y="481866"/>
                  </a:lnTo>
                  <a:lnTo>
                    <a:pt x="617083" y="521607"/>
                  </a:lnTo>
                  <a:lnTo>
                    <a:pt x="589682" y="557671"/>
                  </a:lnTo>
                  <a:lnTo>
                    <a:pt x="557598" y="589558"/>
                  </a:lnTo>
                  <a:lnTo>
                    <a:pt x="521344" y="616769"/>
                  </a:lnTo>
                  <a:lnTo>
                    <a:pt x="481432" y="638802"/>
                  </a:lnTo>
                  <a:lnTo>
                    <a:pt x="438376" y="655159"/>
                  </a:lnTo>
                  <a:lnTo>
                    <a:pt x="392688" y="665340"/>
                  </a:lnTo>
                  <a:lnTo>
                    <a:pt x="344881" y="668845"/>
                  </a:lnTo>
                  <a:lnTo>
                    <a:pt x="464971" y="668845"/>
                  </a:lnTo>
                  <a:lnTo>
                    <a:pt x="518049" y="644690"/>
                  </a:lnTo>
                  <a:lnTo>
                    <a:pt x="555492" y="619453"/>
                  </a:lnTo>
                  <a:lnTo>
                    <a:pt x="589673" y="588937"/>
                  </a:lnTo>
                  <a:lnTo>
                    <a:pt x="625390" y="547519"/>
                  </a:lnTo>
                  <a:lnTo>
                    <a:pt x="653709" y="501612"/>
                  </a:lnTo>
                  <a:lnTo>
                    <a:pt x="674322" y="452078"/>
                  </a:lnTo>
                  <a:lnTo>
                    <a:pt x="686917" y="399780"/>
                  </a:lnTo>
                  <a:lnTo>
                    <a:pt x="691184" y="345579"/>
                  </a:lnTo>
                  <a:lnTo>
                    <a:pt x="686917" y="291025"/>
                  </a:lnTo>
                  <a:lnTo>
                    <a:pt x="674322" y="238473"/>
                  </a:lnTo>
                  <a:lnTo>
                    <a:pt x="653709" y="188721"/>
                  </a:lnTo>
                  <a:lnTo>
                    <a:pt x="625390" y="142565"/>
                  </a:lnTo>
                  <a:lnTo>
                    <a:pt x="589673" y="100799"/>
                  </a:lnTo>
                  <a:lnTo>
                    <a:pt x="548249" y="65157"/>
                  </a:lnTo>
                  <a:lnTo>
                    <a:pt x="502263" y="37013"/>
                  </a:lnTo>
                  <a:lnTo>
                    <a:pt x="462914" y="20878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26578" y="3831991"/>
              <a:ext cx="691515" cy="690880"/>
            </a:xfrm>
            <a:custGeom>
              <a:avLst/>
              <a:gdLst/>
              <a:ahLst/>
              <a:cxnLst/>
              <a:rect l="l" t="t" r="r" b="b"/>
              <a:pathLst>
                <a:path w="691515" h="690879">
                  <a:moveTo>
                    <a:pt x="344875" y="20878"/>
                  </a:moveTo>
                  <a:lnTo>
                    <a:pt x="393009" y="24384"/>
                  </a:lnTo>
                  <a:lnTo>
                    <a:pt x="438899" y="34572"/>
                  </a:lnTo>
                  <a:lnTo>
                    <a:pt x="482053" y="50950"/>
                  </a:lnTo>
                  <a:lnTo>
                    <a:pt x="521977" y="73023"/>
                  </a:lnTo>
                  <a:lnTo>
                    <a:pt x="558179" y="100299"/>
                  </a:lnTo>
                  <a:lnTo>
                    <a:pt x="590163" y="132285"/>
                  </a:lnTo>
                  <a:lnTo>
                    <a:pt x="617439" y="168486"/>
                  </a:lnTo>
                  <a:lnTo>
                    <a:pt x="639512" y="208411"/>
                  </a:lnTo>
                  <a:lnTo>
                    <a:pt x="655889" y="251564"/>
                  </a:lnTo>
                  <a:lnTo>
                    <a:pt x="666077" y="297454"/>
                  </a:lnTo>
                  <a:lnTo>
                    <a:pt x="669582" y="345586"/>
                  </a:lnTo>
                  <a:lnTo>
                    <a:pt x="666044" y="393358"/>
                  </a:lnTo>
                  <a:lnTo>
                    <a:pt x="655771" y="438953"/>
                  </a:lnTo>
                  <a:lnTo>
                    <a:pt x="639277" y="481871"/>
                  </a:lnTo>
                  <a:lnTo>
                    <a:pt x="617073" y="521611"/>
                  </a:lnTo>
                  <a:lnTo>
                    <a:pt x="589674" y="557674"/>
                  </a:lnTo>
                  <a:lnTo>
                    <a:pt x="557591" y="589561"/>
                  </a:lnTo>
                  <a:lnTo>
                    <a:pt x="521338" y="616771"/>
                  </a:lnTo>
                  <a:lnTo>
                    <a:pt x="481427" y="638804"/>
                  </a:lnTo>
                  <a:lnTo>
                    <a:pt x="438371" y="655161"/>
                  </a:lnTo>
                  <a:lnTo>
                    <a:pt x="392682" y="665342"/>
                  </a:lnTo>
                  <a:lnTo>
                    <a:pt x="344875" y="668846"/>
                  </a:lnTo>
                  <a:lnTo>
                    <a:pt x="297098" y="665342"/>
                  </a:lnTo>
                  <a:lnTo>
                    <a:pt x="251499" y="655161"/>
                  </a:lnTo>
                  <a:lnTo>
                    <a:pt x="208577" y="638804"/>
                  </a:lnTo>
                  <a:lnTo>
                    <a:pt x="168834" y="616771"/>
                  </a:lnTo>
                  <a:lnTo>
                    <a:pt x="132768" y="589561"/>
                  </a:lnTo>
                  <a:lnTo>
                    <a:pt x="100879" y="557674"/>
                  </a:lnTo>
                  <a:lnTo>
                    <a:pt x="73668" y="521611"/>
                  </a:lnTo>
                  <a:lnTo>
                    <a:pt x="51634" y="481871"/>
                  </a:lnTo>
                  <a:lnTo>
                    <a:pt x="35276" y="438953"/>
                  </a:lnTo>
                  <a:lnTo>
                    <a:pt x="25095" y="393358"/>
                  </a:lnTo>
                  <a:lnTo>
                    <a:pt x="21590" y="345586"/>
                  </a:lnTo>
                  <a:lnTo>
                    <a:pt x="25095" y="297454"/>
                  </a:lnTo>
                  <a:lnTo>
                    <a:pt x="35276" y="251564"/>
                  </a:lnTo>
                  <a:lnTo>
                    <a:pt x="51634" y="208411"/>
                  </a:lnTo>
                  <a:lnTo>
                    <a:pt x="73668" y="168486"/>
                  </a:lnTo>
                  <a:lnTo>
                    <a:pt x="100879" y="132285"/>
                  </a:lnTo>
                  <a:lnTo>
                    <a:pt x="132768" y="100299"/>
                  </a:lnTo>
                  <a:lnTo>
                    <a:pt x="168834" y="73023"/>
                  </a:lnTo>
                  <a:lnTo>
                    <a:pt x="208577" y="50950"/>
                  </a:lnTo>
                  <a:lnTo>
                    <a:pt x="251499" y="34572"/>
                  </a:lnTo>
                  <a:lnTo>
                    <a:pt x="297098" y="24384"/>
                  </a:lnTo>
                  <a:lnTo>
                    <a:pt x="344875" y="20878"/>
                  </a:lnTo>
                  <a:close/>
                </a:path>
                <a:path w="691515" h="690879">
                  <a:moveTo>
                    <a:pt x="344875" y="0"/>
                  </a:moveTo>
                  <a:lnTo>
                    <a:pt x="290672" y="4193"/>
                  </a:lnTo>
                  <a:lnTo>
                    <a:pt x="238370" y="16611"/>
                  </a:lnTo>
                  <a:lnTo>
                    <a:pt x="188833" y="37013"/>
                  </a:lnTo>
                  <a:lnTo>
                    <a:pt x="142926" y="65156"/>
                  </a:lnTo>
                  <a:lnTo>
                    <a:pt x="101513" y="100798"/>
                  </a:lnTo>
                  <a:lnTo>
                    <a:pt x="65795" y="142568"/>
                  </a:lnTo>
                  <a:lnTo>
                    <a:pt x="37475" y="188728"/>
                  </a:lnTo>
                  <a:lnTo>
                    <a:pt x="16862" y="238481"/>
                  </a:lnTo>
                  <a:lnTo>
                    <a:pt x="4267" y="291032"/>
                  </a:lnTo>
                  <a:lnTo>
                    <a:pt x="0" y="345586"/>
                  </a:lnTo>
                  <a:lnTo>
                    <a:pt x="4267" y="399786"/>
                  </a:lnTo>
                  <a:lnTo>
                    <a:pt x="16862" y="452083"/>
                  </a:lnTo>
                  <a:lnTo>
                    <a:pt x="37475" y="501617"/>
                  </a:lnTo>
                  <a:lnTo>
                    <a:pt x="65795" y="547523"/>
                  </a:lnTo>
                  <a:lnTo>
                    <a:pt x="101513" y="588939"/>
                  </a:lnTo>
                  <a:lnTo>
                    <a:pt x="142926" y="624928"/>
                  </a:lnTo>
                  <a:lnTo>
                    <a:pt x="188833" y="653282"/>
                  </a:lnTo>
                  <a:lnTo>
                    <a:pt x="238370" y="673791"/>
                  </a:lnTo>
                  <a:lnTo>
                    <a:pt x="290672" y="686250"/>
                  </a:lnTo>
                  <a:lnTo>
                    <a:pt x="344875" y="690449"/>
                  </a:lnTo>
                  <a:lnTo>
                    <a:pt x="390757" y="687529"/>
                  </a:lnTo>
                  <a:lnTo>
                    <a:pt x="435220" y="678849"/>
                  </a:lnTo>
                  <a:lnTo>
                    <a:pt x="477804" y="664530"/>
                  </a:lnTo>
                  <a:lnTo>
                    <a:pt x="518047" y="644692"/>
                  </a:lnTo>
                  <a:lnTo>
                    <a:pt x="555490" y="619455"/>
                  </a:lnTo>
                  <a:lnTo>
                    <a:pt x="589672" y="588939"/>
                  </a:lnTo>
                  <a:lnTo>
                    <a:pt x="625390" y="547523"/>
                  </a:lnTo>
                  <a:lnTo>
                    <a:pt x="653710" y="501617"/>
                  </a:lnTo>
                  <a:lnTo>
                    <a:pt x="674323" y="452083"/>
                  </a:lnTo>
                  <a:lnTo>
                    <a:pt x="686918" y="399786"/>
                  </a:lnTo>
                  <a:lnTo>
                    <a:pt x="691185" y="345586"/>
                  </a:lnTo>
                  <a:lnTo>
                    <a:pt x="686918" y="291032"/>
                  </a:lnTo>
                  <a:lnTo>
                    <a:pt x="674323" y="238481"/>
                  </a:lnTo>
                  <a:lnTo>
                    <a:pt x="653710" y="188728"/>
                  </a:lnTo>
                  <a:lnTo>
                    <a:pt x="625390" y="142568"/>
                  </a:lnTo>
                  <a:lnTo>
                    <a:pt x="589672" y="100798"/>
                  </a:lnTo>
                  <a:lnTo>
                    <a:pt x="548248" y="65156"/>
                  </a:lnTo>
                  <a:lnTo>
                    <a:pt x="502260" y="37013"/>
                  </a:lnTo>
                  <a:lnTo>
                    <a:pt x="452505" y="16611"/>
                  </a:lnTo>
                  <a:lnTo>
                    <a:pt x="399778" y="4193"/>
                  </a:lnTo>
                  <a:lnTo>
                    <a:pt x="344875" y="0"/>
                  </a:lnTo>
                  <a:close/>
                </a:path>
              </a:pathLst>
            </a:custGeom>
            <a:ln w="1871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5674" y="4109897"/>
              <a:ext cx="95250" cy="241300"/>
            </a:xfrm>
            <a:custGeom>
              <a:avLst/>
              <a:gdLst/>
              <a:ahLst/>
              <a:cxnLst/>
              <a:rect l="l" t="t" r="r" b="b"/>
              <a:pathLst>
                <a:path w="95250" h="241300">
                  <a:moveTo>
                    <a:pt x="90716" y="0"/>
                  </a:moveTo>
                  <a:lnTo>
                    <a:pt x="5765" y="0"/>
                  </a:lnTo>
                  <a:lnTo>
                    <a:pt x="0" y="4330"/>
                  </a:lnTo>
                  <a:lnTo>
                    <a:pt x="0" y="235432"/>
                  </a:lnTo>
                  <a:lnTo>
                    <a:pt x="4318" y="241198"/>
                  </a:lnTo>
                  <a:lnTo>
                    <a:pt x="89992" y="241198"/>
                  </a:lnTo>
                  <a:lnTo>
                    <a:pt x="95034" y="236156"/>
                  </a:lnTo>
                  <a:lnTo>
                    <a:pt x="95034" y="218147"/>
                  </a:lnTo>
                  <a:lnTo>
                    <a:pt x="22313" y="218147"/>
                  </a:lnTo>
                  <a:lnTo>
                    <a:pt x="22313" y="21602"/>
                  </a:lnTo>
                  <a:lnTo>
                    <a:pt x="95034" y="21602"/>
                  </a:lnTo>
                  <a:lnTo>
                    <a:pt x="95034" y="4330"/>
                  </a:lnTo>
                  <a:lnTo>
                    <a:pt x="90716" y="0"/>
                  </a:lnTo>
                  <a:close/>
                </a:path>
                <a:path w="95250" h="241300">
                  <a:moveTo>
                    <a:pt x="95034" y="21602"/>
                  </a:moveTo>
                  <a:lnTo>
                    <a:pt x="74155" y="21602"/>
                  </a:lnTo>
                  <a:lnTo>
                    <a:pt x="74155" y="218147"/>
                  </a:lnTo>
                  <a:lnTo>
                    <a:pt x="95034" y="218147"/>
                  </a:lnTo>
                  <a:lnTo>
                    <a:pt x="95034" y="21602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5687" y="4109901"/>
              <a:ext cx="95250" cy="241300"/>
            </a:xfrm>
            <a:custGeom>
              <a:avLst/>
              <a:gdLst/>
              <a:ahLst/>
              <a:cxnLst/>
              <a:rect l="l" t="t" r="r" b="b"/>
              <a:pathLst>
                <a:path w="95250" h="241300">
                  <a:moveTo>
                    <a:pt x="22327" y="21602"/>
                  </a:moveTo>
                  <a:lnTo>
                    <a:pt x="74156" y="21602"/>
                  </a:lnTo>
                  <a:lnTo>
                    <a:pt x="74156" y="218156"/>
                  </a:lnTo>
                  <a:lnTo>
                    <a:pt x="22327" y="218156"/>
                  </a:lnTo>
                  <a:lnTo>
                    <a:pt x="22327" y="21602"/>
                  </a:lnTo>
                  <a:close/>
                </a:path>
                <a:path w="95250" h="241300">
                  <a:moveTo>
                    <a:pt x="10807" y="0"/>
                  </a:moveTo>
                  <a:lnTo>
                    <a:pt x="5765" y="0"/>
                  </a:lnTo>
                  <a:lnTo>
                    <a:pt x="0" y="4317"/>
                  </a:lnTo>
                  <a:lnTo>
                    <a:pt x="0" y="10794"/>
                  </a:lnTo>
                  <a:lnTo>
                    <a:pt x="0" y="229675"/>
                  </a:lnTo>
                  <a:lnTo>
                    <a:pt x="0" y="235428"/>
                  </a:lnTo>
                  <a:lnTo>
                    <a:pt x="4330" y="241194"/>
                  </a:lnTo>
                  <a:lnTo>
                    <a:pt x="10807" y="241194"/>
                  </a:lnTo>
                  <a:lnTo>
                    <a:pt x="84240" y="241194"/>
                  </a:lnTo>
                  <a:lnTo>
                    <a:pt x="90006" y="241194"/>
                  </a:lnTo>
                  <a:lnTo>
                    <a:pt x="95035" y="236152"/>
                  </a:lnTo>
                  <a:lnTo>
                    <a:pt x="95035" y="229675"/>
                  </a:lnTo>
                  <a:lnTo>
                    <a:pt x="95035" y="10794"/>
                  </a:lnTo>
                  <a:lnTo>
                    <a:pt x="95035" y="4317"/>
                  </a:lnTo>
                  <a:lnTo>
                    <a:pt x="90730" y="0"/>
                  </a:lnTo>
                  <a:lnTo>
                    <a:pt x="84240" y="0"/>
                  </a:lnTo>
                  <a:lnTo>
                    <a:pt x="10807" y="0"/>
                  </a:lnTo>
                  <a:close/>
                </a:path>
              </a:pathLst>
            </a:custGeom>
            <a:ln w="1871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925" y="3968794"/>
              <a:ext cx="128157" cy="1281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530390" y="4109897"/>
              <a:ext cx="255904" cy="241300"/>
            </a:xfrm>
            <a:custGeom>
              <a:avLst/>
              <a:gdLst/>
              <a:ahLst/>
              <a:cxnLst/>
              <a:rect l="l" t="t" r="r" b="b"/>
              <a:pathLst>
                <a:path w="255904" h="241300">
                  <a:moveTo>
                    <a:pt x="141833" y="0"/>
                  </a:moveTo>
                  <a:lnTo>
                    <a:pt x="125891" y="956"/>
                  </a:lnTo>
                  <a:lnTo>
                    <a:pt x="110424" y="3871"/>
                  </a:lnTo>
                  <a:lnTo>
                    <a:pt x="95365" y="8813"/>
                  </a:lnTo>
                  <a:lnTo>
                    <a:pt x="80645" y="15849"/>
                  </a:lnTo>
                  <a:lnTo>
                    <a:pt x="80645" y="5041"/>
                  </a:lnTo>
                  <a:lnTo>
                    <a:pt x="76314" y="0"/>
                  </a:lnTo>
                  <a:lnTo>
                    <a:pt x="11518" y="0"/>
                  </a:lnTo>
                  <a:lnTo>
                    <a:pt x="5753" y="0"/>
                  </a:lnTo>
                  <a:lnTo>
                    <a:pt x="0" y="4330"/>
                  </a:lnTo>
                  <a:lnTo>
                    <a:pt x="0" y="235432"/>
                  </a:lnTo>
                  <a:lnTo>
                    <a:pt x="5041" y="241198"/>
                  </a:lnTo>
                  <a:lnTo>
                    <a:pt x="90004" y="241198"/>
                  </a:lnTo>
                  <a:lnTo>
                    <a:pt x="95758" y="236156"/>
                  </a:lnTo>
                  <a:lnTo>
                    <a:pt x="95758" y="151193"/>
                  </a:lnTo>
                  <a:lnTo>
                    <a:pt x="97097" y="131483"/>
                  </a:lnTo>
                  <a:lnTo>
                    <a:pt x="102150" y="113393"/>
                  </a:lnTo>
                  <a:lnTo>
                    <a:pt x="112469" y="100163"/>
                  </a:lnTo>
                  <a:lnTo>
                    <a:pt x="129603" y="95034"/>
                  </a:lnTo>
                  <a:lnTo>
                    <a:pt x="142233" y="97925"/>
                  </a:lnTo>
                  <a:lnTo>
                    <a:pt x="151288" y="105744"/>
                  </a:lnTo>
                  <a:lnTo>
                    <a:pt x="157239" y="117210"/>
                  </a:lnTo>
                  <a:lnTo>
                    <a:pt x="160553" y="131038"/>
                  </a:lnTo>
                  <a:lnTo>
                    <a:pt x="161277" y="136791"/>
                  </a:lnTo>
                  <a:lnTo>
                    <a:pt x="165595" y="140398"/>
                  </a:lnTo>
                  <a:lnTo>
                    <a:pt x="177114" y="140398"/>
                  </a:lnTo>
                  <a:lnTo>
                    <a:pt x="182156" y="134632"/>
                  </a:lnTo>
                  <a:lnTo>
                    <a:pt x="180721" y="128879"/>
                  </a:lnTo>
                  <a:lnTo>
                    <a:pt x="174532" y="105028"/>
                  </a:lnTo>
                  <a:lnTo>
                    <a:pt x="163620" y="87660"/>
                  </a:lnTo>
                  <a:lnTo>
                    <a:pt x="148116" y="77042"/>
                  </a:lnTo>
                  <a:lnTo>
                    <a:pt x="128155" y="73444"/>
                  </a:lnTo>
                  <a:lnTo>
                    <a:pt x="104723" y="78707"/>
                  </a:lnTo>
                  <a:lnTo>
                    <a:pt x="87569" y="93959"/>
                  </a:lnTo>
                  <a:lnTo>
                    <a:pt x="77031" y="118390"/>
                  </a:lnTo>
                  <a:lnTo>
                    <a:pt x="73444" y="151193"/>
                  </a:lnTo>
                  <a:lnTo>
                    <a:pt x="73444" y="218147"/>
                  </a:lnTo>
                  <a:lnTo>
                    <a:pt x="21602" y="218147"/>
                  </a:lnTo>
                  <a:lnTo>
                    <a:pt x="21602" y="22326"/>
                  </a:lnTo>
                  <a:lnTo>
                    <a:pt x="58318" y="22326"/>
                  </a:lnTo>
                  <a:lnTo>
                    <a:pt x="58318" y="39598"/>
                  </a:lnTo>
                  <a:lnTo>
                    <a:pt x="59042" y="43205"/>
                  </a:lnTo>
                  <a:lnTo>
                    <a:pt x="61925" y="45364"/>
                  </a:lnTo>
                  <a:lnTo>
                    <a:pt x="66243" y="46799"/>
                  </a:lnTo>
                  <a:lnTo>
                    <a:pt x="70561" y="46799"/>
                  </a:lnTo>
                  <a:lnTo>
                    <a:pt x="74879" y="45364"/>
                  </a:lnTo>
                  <a:lnTo>
                    <a:pt x="89683" y="35383"/>
                  </a:lnTo>
                  <a:lnTo>
                    <a:pt x="105838" y="28173"/>
                  </a:lnTo>
                  <a:lnTo>
                    <a:pt x="123074" y="23799"/>
                  </a:lnTo>
                  <a:lnTo>
                    <a:pt x="141122" y="22326"/>
                  </a:lnTo>
                  <a:lnTo>
                    <a:pt x="181834" y="31460"/>
                  </a:lnTo>
                  <a:lnTo>
                    <a:pt x="210331" y="55443"/>
                  </a:lnTo>
                  <a:lnTo>
                    <a:pt x="227083" y="89143"/>
                  </a:lnTo>
                  <a:lnTo>
                    <a:pt x="232562" y="127431"/>
                  </a:lnTo>
                  <a:lnTo>
                    <a:pt x="232562" y="218147"/>
                  </a:lnTo>
                  <a:lnTo>
                    <a:pt x="180721" y="218147"/>
                  </a:lnTo>
                  <a:lnTo>
                    <a:pt x="180721" y="176390"/>
                  </a:lnTo>
                  <a:lnTo>
                    <a:pt x="176403" y="172072"/>
                  </a:lnTo>
                  <a:lnTo>
                    <a:pt x="164884" y="172072"/>
                  </a:lnTo>
                  <a:lnTo>
                    <a:pt x="160553" y="176390"/>
                  </a:lnTo>
                  <a:lnTo>
                    <a:pt x="160553" y="234708"/>
                  </a:lnTo>
                  <a:lnTo>
                    <a:pt x="164884" y="239750"/>
                  </a:lnTo>
                  <a:lnTo>
                    <a:pt x="250558" y="239750"/>
                  </a:lnTo>
                  <a:lnTo>
                    <a:pt x="255600" y="235432"/>
                  </a:lnTo>
                  <a:lnTo>
                    <a:pt x="255600" y="125996"/>
                  </a:lnTo>
                  <a:lnTo>
                    <a:pt x="247343" y="74720"/>
                  </a:lnTo>
                  <a:lnTo>
                    <a:pt x="224101" y="34918"/>
                  </a:lnTo>
                  <a:lnTo>
                    <a:pt x="188166" y="9157"/>
                  </a:lnTo>
                  <a:lnTo>
                    <a:pt x="141833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0407" y="4109901"/>
              <a:ext cx="255904" cy="241300"/>
            </a:xfrm>
            <a:custGeom>
              <a:avLst/>
              <a:gdLst/>
              <a:ahLst/>
              <a:cxnLst/>
              <a:rect l="l" t="t" r="r" b="b"/>
              <a:pathLst>
                <a:path w="255904" h="241300">
                  <a:moveTo>
                    <a:pt x="11531" y="0"/>
                  </a:moveTo>
                  <a:lnTo>
                    <a:pt x="5765" y="0"/>
                  </a:lnTo>
                  <a:lnTo>
                    <a:pt x="0" y="4317"/>
                  </a:lnTo>
                  <a:lnTo>
                    <a:pt x="0" y="10794"/>
                  </a:lnTo>
                  <a:lnTo>
                    <a:pt x="0" y="229675"/>
                  </a:lnTo>
                  <a:lnTo>
                    <a:pt x="0" y="235428"/>
                  </a:lnTo>
                  <a:lnTo>
                    <a:pt x="5042" y="241194"/>
                  </a:lnTo>
                  <a:lnTo>
                    <a:pt x="11531" y="241194"/>
                  </a:lnTo>
                  <a:lnTo>
                    <a:pt x="84240" y="241194"/>
                  </a:lnTo>
                  <a:lnTo>
                    <a:pt x="90006" y="241194"/>
                  </a:lnTo>
                  <a:lnTo>
                    <a:pt x="95759" y="236152"/>
                  </a:lnTo>
                  <a:lnTo>
                    <a:pt x="95759" y="229675"/>
                  </a:lnTo>
                  <a:lnTo>
                    <a:pt x="95759" y="151190"/>
                  </a:lnTo>
                  <a:lnTo>
                    <a:pt x="97099" y="131481"/>
                  </a:lnTo>
                  <a:lnTo>
                    <a:pt x="102152" y="113391"/>
                  </a:lnTo>
                  <a:lnTo>
                    <a:pt x="112471" y="100162"/>
                  </a:lnTo>
                  <a:lnTo>
                    <a:pt x="129606" y="95032"/>
                  </a:lnTo>
                  <a:lnTo>
                    <a:pt x="142236" y="97923"/>
                  </a:lnTo>
                  <a:lnTo>
                    <a:pt x="151293" y="105743"/>
                  </a:lnTo>
                  <a:lnTo>
                    <a:pt x="157247" y="117208"/>
                  </a:lnTo>
                  <a:lnTo>
                    <a:pt x="160569" y="131036"/>
                  </a:lnTo>
                  <a:lnTo>
                    <a:pt x="161280" y="136789"/>
                  </a:lnTo>
                  <a:lnTo>
                    <a:pt x="165598" y="140396"/>
                  </a:lnTo>
                  <a:lnTo>
                    <a:pt x="171364" y="140396"/>
                  </a:lnTo>
                  <a:lnTo>
                    <a:pt x="177117" y="140396"/>
                  </a:lnTo>
                  <a:lnTo>
                    <a:pt x="182159" y="134630"/>
                  </a:lnTo>
                  <a:lnTo>
                    <a:pt x="163623" y="87658"/>
                  </a:lnTo>
                  <a:lnTo>
                    <a:pt x="128158" y="73442"/>
                  </a:lnTo>
                  <a:lnTo>
                    <a:pt x="104725" y="78706"/>
                  </a:lnTo>
                  <a:lnTo>
                    <a:pt x="87571" y="93957"/>
                  </a:lnTo>
                  <a:lnTo>
                    <a:pt x="77032" y="118388"/>
                  </a:lnTo>
                  <a:lnTo>
                    <a:pt x="73445" y="151190"/>
                  </a:lnTo>
                  <a:lnTo>
                    <a:pt x="73445" y="218144"/>
                  </a:lnTo>
                  <a:lnTo>
                    <a:pt x="21603" y="218144"/>
                  </a:lnTo>
                  <a:lnTo>
                    <a:pt x="21603" y="22313"/>
                  </a:lnTo>
                  <a:lnTo>
                    <a:pt x="58319" y="22313"/>
                  </a:lnTo>
                  <a:lnTo>
                    <a:pt x="58319" y="35991"/>
                  </a:lnTo>
                  <a:lnTo>
                    <a:pt x="58319" y="39597"/>
                  </a:lnTo>
                  <a:lnTo>
                    <a:pt x="59043" y="43204"/>
                  </a:lnTo>
                  <a:lnTo>
                    <a:pt x="61926" y="45363"/>
                  </a:lnTo>
                  <a:lnTo>
                    <a:pt x="64085" y="46074"/>
                  </a:lnTo>
                  <a:lnTo>
                    <a:pt x="66244" y="46798"/>
                  </a:lnTo>
                  <a:lnTo>
                    <a:pt x="68403" y="46798"/>
                  </a:lnTo>
                  <a:lnTo>
                    <a:pt x="70562" y="46798"/>
                  </a:lnTo>
                  <a:lnTo>
                    <a:pt x="72721" y="46074"/>
                  </a:lnTo>
                  <a:lnTo>
                    <a:pt x="74880" y="45363"/>
                  </a:lnTo>
                  <a:lnTo>
                    <a:pt x="89685" y="35381"/>
                  </a:lnTo>
                  <a:lnTo>
                    <a:pt x="105840" y="28166"/>
                  </a:lnTo>
                  <a:lnTo>
                    <a:pt x="123076" y="23788"/>
                  </a:lnTo>
                  <a:lnTo>
                    <a:pt x="141125" y="22313"/>
                  </a:lnTo>
                  <a:lnTo>
                    <a:pt x="181838" y="31447"/>
                  </a:lnTo>
                  <a:lnTo>
                    <a:pt x="210335" y="55431"/>
                  </a:lnTo>
                  <a:lnTo>
                    <a:pt x="227087" y="89135"/>
                  </a:lnTo>
                  <a:lnTo>
                    <a:pt x="232567" y="127429"/>
                  </a:lnTo>
                  <a:lnTo>
                    <a:pt x="232567" y="218144"/>
                  </a:lnTo>
                  <a:lnTo>
                    <a:pt x="180724" y="218144"/>
                  </a:lnTo>
                  <a:lnTo>
                    <a:pt x="180724" y="182153"/>
                  </a:lnTo>
                  <a:lnTo>
                    <a:pt x="180724" y="176387"/>
                  </a:lnTo>
                  <a:lnTo>
                    <a:pt x="176406" y="172069"/>
                  </a:lnTo>
                  <a:lnTo>
                    <a:pt x="171364" y="172069"/>
                  </a:lnTo>
                  <a:lnTo>
                    <a:pt x="164887" y="172069"/>
                  </a:lnTo>
                  <a:lnTo>
                    <a:pt x="160569" y="176387"/>
                  </a:lnTo>
                  <a:lnTo>
                    <a:pt x="160569" y="182153"/>
                  </a:lnTo>
                  <a:lnTo>
                    <a:pt x="160569" y="228951"/>
                  </a:lnTo>
                  <a:lnTo>
                    <a:pt x="160569" y="234704"/>
                  </a:lnTo>
                  <a:lnTo>
                    <a:pt x="164887" y="239746"/>
                  </a:lnTo>
                  <a:lnTo>
                    <a:pt x="172088" y="239746"/>
                  </a:lnTo>
                  <a:lnTo>
                    <a:pt x="244797" y="239746"/>
                  </a:lnTo>
                  <a:lnTo>
                    <a:pt x="250563" y="239746"/>
                  </a:lnTo>
                  <a:lnTo>
                    <a:pt x="255605" y="235428"/>
                  </a:lnTo>
                  <a:lnTo>
                    <a:pt x="255605" y="228951"/>
                  </a:lnTo>
                  <a:lnTo>
                    <a:pt x="255605" y="125994"/>
                  </a:lnTo>
                  <a:lnTo>
                    <a:pt x="247348" y="74718"/>
                  </a:lnTo>
                  <a:lnTo>
                    <a:pt x="224105" y="34918"/>
                  </a:lnTo>
                  <a:lnTo>
                    <a:pt x="188170" y="9156"/>
                  </a:lnTo>
                  <a:lnTo>
                    <a:pt x="141836" y="0"/>
                  </a:lnTo>
                  <a:lnTo>
                    <a:pt x="125899" y="956"/>
                  </a:lnTo>
                  <a:lnTo>
                    <a:pt x="110431" y="3870"/>
                  </a:lnTo>
                  <a:lnTo>
                    <a:pt x="95368" y="8808"/>
                  </a:lnTo>
                  <a:lnTo>
                    <a:pt x="80646" y="15836"/>
                  </a:lnTo>
                  <a:lnTo>
                    <a:pt x="80646" y="10794"/>
                  </a:lnTo>
                  <a:lnTo>
                    <a:pt x="80646" y="5041"/>
                  </a:lnTo>
                  <a:lnTo>
                    <a:pt x="76315" y="0"/>
                  </a:lnTo>
                  <a:lnTo>
                    <a:pt x="69127" y="0"/>
                  </a:lnTo>
                  <a:lnTo>
                    <a:pt x="11531" y="0"/>
                  </a:lnTo>
                  <a:close/>
                </a:path>
              </a:pathLst>
            </a:custGeom>
            <a:ln w="1871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1974830" y="1444701"/>
            <a:ext cx="6313170" cy="8842375"/>
            <a:chOff x="11974830" y="1444701"/>
            <a:chExt cx="6313170" cy="8842375"/>
          </a:xfrm>
        </p:grpSpPr>
        <p:sp>
          <p:nvSpPr>
            <p:cNvPr id="25" name="object 25"/>
            <p:cNvSpPr/>
            <p:nvPr/>
          </p:nvSpPr>
          <p:spPr>
            <a:xfrm>
              <a:off x="11974830" y="2142351"/>
              <a:ext cx="6313170" cy="8145145"/>
            </a:xfrm>
            <a:custGeom>
              <a:avLst/>
              <a:gdLst/>
              <a:ahLst/>
              <a:cxnLst/>
              <a:rect l="l" t="t" r="r" b="b"/>
              <a:pathLst>
                <a:path w="6313169" h="8145145">
                  <a:moveTo>
                    <a:pt x="6313168" y="0"/>
                  </a:moveTo>
                  <a:lnTo>
                    <a:pt x="0" y="4946420"/>
                  </a:lnTo>
                  <a:lnTo>
                    <a:pt x="2176193" y="8144647"/>
                  </a:lnTo>
                  <a:lnTo>
                    <a:pt x="6313168" y="8144647"/>
                  </a:lnTo>
                  <a:lnTo>
                    <a:pt x="6313168" y="0"/>
                  </a:lnTo>
                  <a:close/>
                </a:path>
              </a:pathLst>
            </a:custGeom>
            <a:solidFill>
              <a:srgbClr val="DCC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375972" y="1521015"/>
              <a:ext cx="1278255" cy="1278255"/>
            </a:xfrm>
            <a:custGeom>
              <a:avLst/>
              <a:gdLst/>
              <a:ahLst/>
              <a:cxnLst/>
              <a:rect l="l" t="t" r="r" b="b"/>
              <a:pathLst>
                <a:path w="1278255" h="1278255">
                  <a:moveTo>
                    <a:pt x="639368" y="1277912"/>
                  </a:moveTo>
                  <a:lnTo>
                    <a:pt x="0" y="1277912"/>
                  </a:lnTo>
                  <a:lnTo>
                    <a:pt x="0" y="0"/>
                  </a:lnTo>
                  <a:lnTo>
                    <a:pt x="1277924" y="0"/>
                  </a:lnTo>
                  <a:lnTo>
                    <a:pt x="1277924" y="1277912"/>
                  </a:lnTo>
                  <a:lnTo>
                    <a:pt x="639368" y="1277912"/>
                  </a:lnTo>
                  <a:close/>
                </a:path>
              </a:pathLst>
            </a:custGeom>
            <a:ln w="152628">
              <a:solidFill>
                <a:srgbClr val="DCCA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6">
            <a:extLst>
              <a:ext uri="{FF2B5EF4-FFF2-40B4-BE49-F238E27FC236}">
                <a16:creationId xmlns:a16="http://schemas.microsoft.com/office/drawing/2014/main" id="{F7BB1543-3A77-9727-19D2-C911CF91108E}"/>
              </a:ext>
            </a:extLst>
          </p:cNvPr>
          <p:cNvSpPr/>
          <p:nvPr/>
        </p:nvSpPr>
        <p:spPr>
          <a:xfrm>
            <a:off x="3726942" y="3547592"/>
            <a:ext cx="1203602" cy="1257299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26" name="Picture 2" descr="Github Vector Art &amp; Graphics | freevector.com">
            <a:extLst>
              <a:ext uri="{FF2B5EF4-FFF2-40B4-BE49-F238E27FC236}">
                <a16:creationId xmlns:a16="http://schemas.microsoft.com/office/drawing/2014/main" id="{3E6E2EF7-CE80-FFAA-ACEE-7F82C2104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5313" r="905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4"/>
          <a:stretch/>
        </p:blipFill>
        <p:spPr bwMode="auto">
          <a:xfrm>
            <a:off x="3773076" y="3547590"/>
            <a:ext cx="1183069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6">
            <a:extLst>
              <a:ext uri="{FF2B5EF4-FFF2-40B4-BE49-F238E27FC236}">
                <a16:creationId xmlns:a16="http://schemas.microsoft.com/office/drawing/2014/main" id="{9F7B8854-DC98-6654-5EAF-F7A96B100109}"/>
              </a:ext>
            </a:extLst>
          </p:cNvPr>
          <p:cNvSpPr/>
          <p:nvPr/>
        </p:nvSpPr>
        <p:spPr>
          <a:xfrm>
            <a:off x="1513167" y="3547591"/>
            <a:ext cx="1203602" cy="1257299"/>
          </a:xfrm>
          <a:custGeom>
            <a:avLst/>
            <a:gdLst/>
            <a:ahLst/>
            <a:cxnLst/>
            <a:rect l="l" t="t" r="r" b="b"/>
            <a:pathLst>
              <a:path w="548639" h="548640">
                <a:moveTo>
                  <a:pt x="548640" y="0"/>
                </a:moveTo>
                <a:lnTo>
                  <a:pt x="0" y="0"/>
                </a:lnTo>
                <a:lnTo>
                  <a:pt x="0" y="548580"/>
                </a:lnTo>
                <a:lnTo>
                  <a:pt x="274320" y="548580"/>
                </a:lnTo>
                <a:lnTo>
                  <a:pt x="548640" y="548580"/>
                </a:lnTo>
                <a:lnTo>
                  <a:pt x="548640" y="0"/>
                </a:lnTo>
                <a:close/>
              </a:path>
            </a:pathLst>
          </a:custGeom>
          <a:solidFill>
            <a:srgbClr val="DCCAB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30" name="Picture 6" descr="Keyboard - Free computer icons">
            <a:extLst>
              <a:ext uri="{FF2B5EF4-FFF2-40B4-BE49-F238E27FC236}">
                <a16:creationId xmlns:a16="http://schemas.microsoft.com/office/drawing/2014/main" id="{D3744FF8-85D5-9F09-EDFA-CDA98EFE2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58"/>
          <a:stretch/>
        </p:blipFill>
        <p:spPr bwMode="auto">
          <a:xfrm>
            <a:off x="1676140" y="4006850"/>
            <a:ext cx="896605" cy="4504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9191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</TotalTime>
  <Words>152</Words>
  <Application>Microsoft Office PowerPoint</Application>
  <PresentationFormat>Custom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Bahnschrift</vt:lpstr>
      <vt:lpstr>Calibri</vt:lpstr>
      <vt:lpstr>Candara Light</vt:lpstr>
      <vt:lpstr>Microsoft Sans Serif</vt:lpstr>
      <vt:lpstr>MV Boli</vt:lpstr>
      <vt:lpstr>Segoe UI Black</vt:lpstr>
      <vt:lpstr>Trebuchet MS</vt:lpstr>
      <vt:lpstr>Office Theme</vt:lpstr>
      <vt:lpstr>VSkill Online Marketplace for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Mustafa SW</dc:creator>
  <cp:lastModifiedBy>Mustafa SW</cp:lastModifiedBy>
  <cp:revision>15</cp:revision>
  <dcterms:created xsi:type="dcterms:W3CDTF">2024-11-27T09:36:46Z</dcterms:created>
  <dcterms:modified xsi:type="dcterms:W3CDTF">2026-05-16T12:31:05Z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2024-11-27T00:00:00Z</vt:filetime>
  </property>
</Properties>
</file>